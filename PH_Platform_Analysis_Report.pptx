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 平台 3月运营深度分析报告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数据截止日期: 2026-03-19</a:t>
            </a:r>
          </a:p>
          <a:p>
            <a:r>
              <a:t>生成者: Tone (AI 助手)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市场规模与份额分析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全平台总存款金额: 19,667.00</a:t>
            </a:r>
          </a:p>
          <a:p/>
          <a:p>
            <a:r>
              <a:t>• GJP: 份额 46.5%</a:t>
            </a:r>
          </a:p>
          <a:p>
            <a:r>
              <a:t>• SBET: 份额 14.8%</a:t>
            </a:r>
          </a:p>
          <a:p>
            <a:r>
              <a:t>• Sugarplay: 份额 14.5%</a:t>
            </a:r>
          </a:p>
          <a:p>
            <a:r>
              <a:t>• WP: 份额 24.2%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运营效率与用户价值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核心效率指标:</a:t>
            </a:r>
          </a:p>
          <a:p>
            <a:r>
              <a:t>• GJP: 转化率 28.0% | ARPU 0.21</a:t>
            </a:r>
          </a:p>
          <a:p>
            <a:r>
              <a:t>• SBET: 转化率 35.9% | ARPU 0.27</a:t>
            </a:r>
          </a:p>
          <a:p>
            <a:r>
              <a:t>• Sugarplay: 转化率 24.2% | ARPU 0.19</a:t>
            </a:r>
          </a:p>
          <a:p>
            <a:r>
              <a:t>• WP: 转化率 43.1% | ARPU 0.16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最新增长动态 (3月19日)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对比昨日存款金额增长:</a:t>
            </a:r>
          </a:p>
          <a:p>
            <a:r>
              <a:t>• WP: +7.00</a:t>
            </a:r>
          </a:p>
          <a:p>
            <a:r>
              <a:t>• GJP: +57.00</a:t>
            </a:r>
          </a:p>
          <a:p>
            <a:r>
              <a:t>• SBET: -1.00</a:t>
            </a:r>
          </a:p>
          <a:p>
            <a:r>
              <a:t>• Sugarplay: +2.00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立体化调整建议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WP: 流量大户，应加强转化链路，拉升ARPU值。</a:t>
            </a:r>
          </a:p>
          <a:p>
            <a:r>
              <a:t>2. GJP: 维持规模优势，优化新用户留存策略。</a:t>
            </a:r>
          </a:p>
          <a:p>
            <a:r>
              <a:t>3. SBET: 模式极佳，尝试寻找更高质量的流量入口。</a:t>
            </a:r>
          </a:p>
          <a:p>
            <a:r>
              <a:t>4. Sugarplay: 效率漏斗损耗严重，需紧急优化注册路径。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